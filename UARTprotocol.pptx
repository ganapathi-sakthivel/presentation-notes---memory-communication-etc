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E80446-AC0C-4A45-BEC5-5A3759C0FAC5}" v="6" dt="2025-08-26T15:21:54.5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89467-0DE8-2964-AC08-E06F54714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AB454-1B26-C4B4-1A23-7A1448DE4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9BE76-895B-CFE2-8CE5-33817FEBC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D9609-D430-2AE9-E545-D560EA7CB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F338B-EDFA-41C4-8C76-8E941E8C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71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95AB1-3F59-EA58-9E15-6458F7748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2B10E-D367-7720-A2CB-34F07EFA2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E946A-755D-9BF3-6B21-90ED7694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318A0-C7B6-6F47-FA2A-D9CF01AF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FBE72-C46E-C218-B207-652614FF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58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E342D-1C45-8DCD-21CE-CBFAA085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04236-F18E-4761-2123-52252F963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DB44B-5675-C781-C746-5ECDFE79B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A9C94-1A06-ACE5-A6DF-016BB5D95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4B179-F5D4-1C99-F9E8-EEBAE19F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50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59950-D6D1-6489-C7CC-B4E19507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05185-D11B-DCF1-975D-935A42127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DF212-BA5F-C6BA-0B89-DD74958C8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302CE-D191-2214-0DB5-5B1FD98D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1E4CE-C48C-41B5-A8C8-B4048FAD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04716-7BC6-41BB-FEA8-D31F10FF3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168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2B11-0172-93EF-C598-4B391E198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877C5-4FAF-C0E6-6789-1A258D873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22956A-CD31-B4DF-D89E-34C81B7E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F940E-83FE-BD00-A995-423B20332A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CB8A1-023A-736C-D1AB-D40145269D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D2930-54CE-9920-743D-D38CFBEF7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3D2E9-2547-8209-AE8A-DDA08C32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689A9-FB24-2AB0-161B-8C74ADB7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00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B7792-F705-D0DB-66C5-48B202C42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8A369F-5484-EF70-90DB-1BBC2DC6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856FD0-BFB7-13A1-D8DF-FD37D062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FCC3E-672B-7111-8860-055AFDD8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8B41E7-2148-4354-D3E8-ADBE8884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FEB2F1-F7D0-7053-A03E-B8651A64A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DB083-E48C-3B15-FFC7-C0F3C2D7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07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C0BE-2501-4434-25FE-CBC243ED7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47481-E046-8401-F0FD-79356D2AB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6233D-53E3-DE25-091B-8C6D023EB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91770-4C35-BF4A-097A-90F455853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977E8-949C-5C1A-59D4-2D9D904A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CFF75-9C1E-943A-E1E1-9B1C1FF3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61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8F277-0917-DFBF-D449-6C4142E21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234DCC-9C98-5929-A181-FAF11A92A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632AD-A65A-B303-8C3A-B30C1D58C1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D981E-01F8-5D6D-4588-FDD286C5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259B6-9C32-C81C-415B-71403257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CD0F4-4E83-6CDC-A6D8-045AE1BA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532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CAC4-0362-B357-5629-32E8A3573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33E9A-B4F3-CDF9-86EB-E42F20D21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B99DA-359E-BB0C-A8B9-EF9D632D9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6E897-BD7E-F91A-B9F6-08526B9D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B9069-4B52-7EE7-3C65-7486E0E6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846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152A13-F361-A231-A83D-708C6E17C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409BEB-6D66-41A4-F2C4-F882AB26A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33F45-6CE4-DA5D-57A7-FF31B68F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A9D0D-D022-314C-9564-39B514ED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72085-73C8-2579-6582-BB3FC045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64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41D4C3-1C31-49A0-4655-185EAAC8C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3F680-D440-070B-076D-4CC5B1C46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E1D0-97CD-5FE6-1F1C-7A3F6121E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38975-7182-4B43-B88C-FBED81A39293}" type="datetimeFigureOut">
              <a:rPr lang="en-IN" smtClean="0"/>
              <a:t>26-08-2025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77516-8458-F0D3-F457-710955662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F0A24-92E4-6F43-7B20-276694E20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4FA7A-70FB-4B96-9F21-5BEFFC868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443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B3B1-6271-952A-8824-A702F1B07F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UART -protocol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9325F-4E19-A479-5796-D9E66BE06B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863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BD85-E9CC-ACC4-5A04-6C3416CE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meant by protocol?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A24F-0C26-AD9B-2408-E554800C2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It has some set of rules to follow (predefined).</a:t>
            </a:r>
          </a:p>
          <a:p>
            <a:pPr marL="0" indent="0">
              <a:buNone/>
            </a:pPr>
            <a:r>
              <a:rPr lang="en-US" dirty="0"/>
              <a:t>Ex: Networking protocols ,Communication protocols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Communication modes:</a:t>
            </a:r>
          </a:p>
          <a:p>
            <a:pPr marL="0" indent="0">
              <a:buNone/>
            </a:pPr>
            <a:r>
              <a:rPr lang="en-US" dirty="0"/>
              <a:t>	1)Simplex(one way transmission)</a:t>
            </a:r>
          </a:p>
          <a:p>
            <a:pPr marL="0" indent="0">
              <a:buNone/>
            </a:pPr>
            <a:r>
              <a:rPr lang="en-US" dirty="0"/>
              <a:t>	2)Half Duplex (Two Way Communication –Not at same time).</a:t>
            </a:r>
          </a:p>
          <a:p>
            <a:pPr marL="0" indent="0">
              <a:buNone/>
            </a:pPr>
            <a:r>
              <a:rPr lang="en-US" dirty="0"/>
              <a:t>	3)Full Duplex (Two Way Communication-At same time).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meant by UART:</a:t>
            </a:r>
          </a:p>
          <a:p>
            <a:pPr marL="0" indent="0">
              <a:buNone/>
            </a:pPr>
            <a:r>
              <a:rPr lang="en-US" dirty="0"/>
              <a:t>  (Universal Asynchronous Receiver and Transmitter)</a:t>
            </a:r>
          </a:p>
          <a:p>
            <a:pPr marL="0" indent="0">
              <a:buNone/>
            </a:pPr>
            <a:r>
              <a:rPr lang="en-US" dirty="0"/>
              <a:t>   =&gt;It has one wire Data wire(RXD,TXD).</a:t>
            </a:r>
          </a:p>
          <a:p>
            <a:pPr marL="0" indent="0">
              <a:buNone/>
            </a:pPr>
            <a:r>
              <a:rPr lang="en-US" dirty="0"/>
              <a:t>   =&gt;Data line(</a:t>
            </a:r>
            <a:r>
              <a:rPr lang="en-US" dirty="0" err="1"/>
              <a:t>Header,Data</a:t>
            </a:r>
            <a:r>
              <a:rPr lang="en-US" dirty="0"/>
              <a:t> </a:t>
            </a:r>
            <a:r>
              <a:rPr lang="en-US" dirty="0" err="1"/>
              <a:t>Fields,Trailer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53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43F2-CB5E-8C67-BE56-86F4ADCE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D32F4-4F97-D7E9-16A5-98DAA089A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=&gt;It has standard Frame Format -&gt;8N1</a:t>
            </a:r>
          </a:p>
          <a:p>
            <a:pPr lvl="1"/>
            <a:r>
              <a:rPr lang="en-US" dirty="0"/>
              <a:t>8-</a:t>
            </a:r>
            <a:r>
              <a:rPr lang="en-IN" dirty="0"/>
              <a:t>&gt;Data Bits</a:t>
            </a:r>
          </a:p>
          <a:p>
            <a:pPr lvl="1"/>
            <a:r>
              <a:rPr lang="en-IN" dirty="0"/>
              <a:t>N-&gt;No parity bit(odd/even/none)</a:t>
            </a:r>
          </a:p>
          <a:p>
            <a:pPr lvl="1"/>
            <a:r>
              <a:rPr lang="en-IN" dirty="0"/>
              <a:t>Stop bit (1/2)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sz="2800" dirty="0"/>
              <a:t>Where used </a:t>
            </a:r>
            <a:r>
              <a:rPr lang="en-US" sz="2800" dirty="0" err="1"/>
              <a:t>Uart</a:t>
            </a:r>
            <a:r>
              <a:rPr lang="en-US" sz="2800" dirty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400" dirty="0"/>
              <a:t>=&gt; Connecting an Arduino to a PC via USB (internally converts to UART).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400" dirty="0"/>
              <a:t>=&gt;Purpose: For uploading code, debugging, or sending data back to the PC   using the Serial Monitor in the Arduino IDE.</a:t>
            </a:r>
          </a:p>
          <a:p>
            <a:pPr marL="0" indent="0">
              <a:buNone/>
            </a:pPr>
            <a:r>
              <a:rPr lang="en-US" b="1" dirty="0"/>
              <a:t>       </a:t>
            </a:r>
            <a:r>
              <a:rPr lang="en-US" sz="2600" dirty="0"/>
              <a:t>How It Works: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sz="2200" dirty="0"/>
              <a:t>1)Arduino’s TX pin sends data to the USB-to-Serial chip.</a:t>
            </a:r>
          </a:p>
          <a:p>
            <a:pPr marL="457200" lvl="1" indent="0">
              <a:buNone/>
            </a:pPr>
            <a:r>
              <a:rPr lang="en-US" sz="2200" dirty="0"/>
              <a:t>		2)The chip converts UART to USB.</a:t>
            </a:r>
          </a:p>
          <a:p>
            <a:pPr marL="457200" lvl="1" indent="0">
              <a:buNone/>
            </a:pPr>
            <a:r>
              <a:rPr lang="en-US" sz="2200" dirty="0"/>
              <a:t>		3)PC receives the data via a virtual COM port.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8302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23C1-889F-D915-E1FE-A73332586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85846-B4F9-51F0-8991-409EB0F82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EX:2</a:t>
            </a:r>
          </a:p>
          <a:p>
            <a:pPr marL="0" indent="0">
              <a:buNone/>
            </a:pPr>
            <a:r>
              <a:rPr lang="en-US" sz="2400" b="1" dirty="0"/>
              <a:t> 	Bluetooth Modules (e.g., HC-05, HC-06)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sz="2000" dirty="0"/>
              <a:t>=&gt;Example: Wireless communication between two devices.</a:t>
            </a:r>
          </a:p>
          <a:p>
            <a:pPr marL="0" indent="0">
              <a:buNone/>
            </a:pPr>
            <a:r>
              <a:rPr lang="en-US" sz="2000" b="1" dirty="0"/>
              <a:t>	</a:t>
            </a:r>
            <a:r>
              <a:rPr lang="en-US" sz="2000" dirty="0"/>
              <a:t>=&gt;Purpose: Send commands or data between a microcontroller and a phone or another microcontroller.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sz="2400" b="1" dirty="0"/>
              <a:t>How It Works: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sz="2000" dirty="0"/>
              <a:t>-&gt;Microcontroller TX ↔ Bluetooth RX, and vice versa.</a:t>
            </a:r>
          </a:p>
          <a:p>
            <a:pPr marL="457200" lvl="1" indent="0">
              <a:buNone/>
            </a:pPr>
            <a:r>
              <a:rPr lang="en-US" sz="2000" dirty="0"/>
              <a:t>	-&gt;Data typed on a phone app is transmitted via Bluetooth and received by the microcontroller over UART.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447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D00C-1600-DD81-57DD-5D636986B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E9825-0990-2A8D-6F8B-7B9C0EFCB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44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305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UART -protocol</vt:lpstr>
      <vt:lpstr>What is meant by protocol?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boo balan</dc:creator>
  <cp:lastModifiedBy>boo balan</cp:lastModifiedBy>
  <cp:revision>2</cp:revision>
  <dcterms:created xsi:type="dcterms:W3CDTF">2025-08-26T14:02:11Z</dcterms:created>
  <dcterms:modified xsi:type="dcterms:W3CDTF">2025-08-26T15:38:02Z</dcterms:modified>
</cp:coreProperties>
</file>